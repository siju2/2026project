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0a34d286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0a34d286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0a34d286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0a34d286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5500" y="58500"/>
            <a:ext cx="7053000" cy="502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806" y="0"/>
            <a:ext cx="893923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"/>
            <a:ext cx="9144000" cy="47451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